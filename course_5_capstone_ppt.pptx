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70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88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61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76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9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46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73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313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37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58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965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3476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266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169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78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094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23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130DF23-ECE6-478C-BDAD-7EE2736C1EB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D4D60-8073-44B2-A94C-DDD97AD5E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99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57C6-2481-4D66-9863-D7DD106CF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1423"/>
            <a:ext cx="9144000" cy="683394"/>
          </a:xfrm>
        </p:spPr>
        <p:txBody>
          <a:bodyPr>
            <a:normAutofit fontScale="90000"/>
          </a:bodyPr>
          <a:lstStyle/>
          <a:p>
            <a:pPr algn="ctr"/>
            <a:br>
              <a:rPr kumimoji="0" lang="en-US" altLang="en-US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SPORTS PERFORMANCE ANALYTICS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B76512-2C3E-4D0A-94E4-F390D4D501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81263" y="2918373"/>
            <a:ext cx="11540690" cy="308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Capstone project : IPL Performance Analytics using Power BI</a:t>
            </a:r>
          </a:p>
          <a:p>
            <a:r>
              <a:rPr lang="en-IN" b="1" dirty="0"/>
              <a:t>Team Member:</a:t>
            </a:r>
            <a:br>
              <a:rPr lang="en-IN" dirty="0"/>
            </a:br>
            <a:r>
              <a:rPr lang="en-IN" dirty="0"/>
              <a:t>Aditya Nambiar</a:t>
            </a:r>
          </a:p>
          <a:p>
            <a:r>
              <a:rPr lang="en-IN" b="1" dirty="0"/>
              <a:t>Batch Code:</a:t>
            </a:r>
            <a:br>
              <a:rPr lang="en-IN" dirty="0"/>
            </a:br>
            <a:r>
              <a:rPr lang="en-IN" dirty="0"/>
              <a:t>DA784S78</a:t>
            </a:r>
          </a:p>
          <a:p>
            <a:r>
              <a:rPr lang="en-IN" b="1" dirty="0"/>
              <a:t>Project Guide:</a:t>
            </a:r>
            <a:br>
              <a:rPr lang="en-IN" dirty="0"/>
            </a:br>
            <a:r>
              <a:rPr lang="en-IN" dirty="0"/>
              <a:t>Priya Shanmugam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984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0C33BD-43D3-4F20-A091-3A979CF9D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89" y="1463040"/>
            <a:ext cx="8684047" cy="1174282"/>
          </a:xfrm>
        </p:spPr>
        <p:txBody>
          <a:bodyPr/>
          <a:lstStyle/>
          <a:p>
            <a:pPr algn="ctr"/>
            <a:r>
              <a:rPr lang="en-IN" b="1" dirty="0"/>
              <a:t>Problem Statement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F4411D-B5D8-4E76-84AE-0C82C6C476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755" y="2704793"/>
            <a:ext cx="1205724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IPL generates a large amount of match, batting, bowling, team and toss-related data across seasons.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Analyzing this data manually makes it difficult to identify performance trends and meaningful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uses Power BI to analyze IPL data and transform it into interactive dashboards that help identify: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Team performance and win percentages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Performance trends across seasons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Top batting and bowling performances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The relationship between toss results and match outcomes</a:t>
            </a:r>
          </a:p>
        </p:txBody>
      </p:sp>
    </p:spTree>
    <p:extLst>
      <p:ext uri="{BB962C8B-B14F-4D97-AF65-F5344CB8AC3E}">
        <p14:creationId xmlns:p14="http://schemas.microsoft.com/office/powerpoint/2010/main" val="378773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094F-01F5-4D1D-BBC4-4749C551E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56" y="827774"/>
            <a:ext cx="8809175" cy="720606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F6FFBB-8358-43B3-9F02-2CA441FB5C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52086" y="1720840"/>
            <a:ext cx="919258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Analyze IPL team performance across seasons.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Identify teams with the highest win percentages.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Analyze seasonal performance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Identify top batsmen based on total runs and strike 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Identify top bowlers based on wickets and economy 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Analyze whether winning the toss influences the match outcome.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Develop interactive dashboards using Power BI.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Extract meaningful insights to support data-driven conclusions.</a:t>
            </a:r>
          </a:p>
        </p:txBody>
      </p:sp>
    </p:spTree>
    <p:extLst>
      <p:ext uri="{BB962C8B-B14F-4D97-AF65-F5344CB8AC3E}">
        <p14:creationId xmlns:p14="http://schemas.microsoft.com/office/powerpoint/2010/main" val="3912296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F5B364-CDB6-418C-94B1-85CEA63E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Overview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010B8-F7DA-42C7-BCF4-C8AB23756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91" y="1253330"/>
            <a:ext cx="10515600" cy="5604669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  <a:p>
            <a:r>
              <a:rPr lang="en-US" sz="4400" b="1" dirty="0"/>
              <a:t>Dataset:</a:t>
            </a:r>
            <a:r>
              <a:rPr lang="en-US" sz="4400" dirty="0"/>
              <a:t> IPL Performance Dataset</a:t>
            </a:r>
          </a:p>
          <a:p>
            <a:r>
              <a:rPr lang="en-US" sz="4400" dirty="0"/>
              <a:t>The dataset contains IPL match, batting, bowling, team performance and toss-related information.</a:t>
            </a:r>
          </a:p>
          <a:p>
            <a:r>
              <a:rPr lang="en-US" sz="4400" b="1" dirty="0"/>
              <a:t>Main Tables</a:t>
            </a:r>
          </a:p>
          <a:p>
            <a:pPr marL="0" indent="0">
              <a:buNone/>
            </a:pPr>
            <a:r>
              <a:rPr lang="en-US" sz="4400" dirty="0"/>
              <a:t> IPL Matches — Match details, teams, venues, toss and match results</a:t>
            </a:r>
            <a:br>
              <a:rPr lang="en-US" sz="4400" dirty="0"/>
            </a:br>
            <a:r>
              <a:rPr lang="en-US" sz="4400" dirty="0"/>
              <a:t> IPL Batting — Batter-wise runs, balls faced, fours, sixes and strike rate</a:t>
            </a:r>
            <a:br>
              <a:rPr lang="en-US" sz="4400" dirty="0"/>
            </a:br>
            <a:r>
              <a:rPr lang="en-US" sz="4400" dirty="0"/>
              <a:t> IPL Bowling — Bowler-wise overs, runs conceded, wickets and economy rate Team Performance — Season-wise team matches, wins, losses and win percentage</a:t>
            </a:r>
            <a:br>
              <a:rPr lang="en-US" sz="4400" dirty="0"/>
            </a:br>
            <a:r>
              <a:rPr lang="en-US" sz="4400" dirty="0"/>
              <a:t>Toss Analysis — Toss decisions and relationship between toss result and match       outcome</a:t>
            </a:r>
          </a:p>
          <a:p>
            <a:r>
              <a:rPr lang="en-US" sz="4400" b="1" dirty="0"/>
              <a:t>Records:</a:t>
            </a:r>
            <a:br>
              <a:rPr lang="en-US" sz="4400" dirty="0"/>
            </a:br>
            <a:r>
              <a:rPr lang="en-US" sz="4400" dirty="0"/>
              <a:t>• 1,054 matches</a:t>
            </a:r>
            <a:br>
              <a:rPr lang="en-US" sz="4400" dirty="0"/>
            </a:br>
            <a:r>
              <a:rPr lang="en-US" sz="4400" dirty="0"/>
              <a:t>• 447 batting records</a:t>
            </a:r>
            <a:br>
              <a:rPr lang="en-US" sz="4400" dirty="0"/>
            </a:br>
            <a:r>
              <a:rPr lang="en-US" sz="4400" dirty="0"/>
              <a:t>• 306 bowling records</a:t>
            </a:r>
            <a:br>
              <a:rPr lang="en-US" sz="4400" dirty="0"/>
            </a:br>
            <a:r>
              <a:rPr lang="en-US" sz="4400" dirty="0"/>
              <a:t>• 170 team-season records</a:t>
            </a:r>
          </a:p>
          <a:p>
            <a:r>
              <a:rPr lang="en-US" sz="4400" b="1" dirty="0"/>
              <a:t>Tool Used:</a:t>
            </a:r>
            <a:r>
              <a:rPr lang="en-US" sz="4400" dirty="0"/>
              <a:t> Microsoft Power BI</a:t>
            </a:r>
          </a:p>
          <a:p>
            <a:pPr marL="0" indent="0">
              <a:buNone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7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44DA21E-24C2-4600-81B4-05256797F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60293" y="677041"/>
            <a:ext cx="7271414" cy="701731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r>
              <a:rPr lang="en-US" altLang="en-US" b="1" dirty="0"/>
              <a:t>Data Cleaning &amp; Pre-processing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12AE5-DAB0-42F6-B2DE-2CF1A6C0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Imported the IPL dataset into Power BI using Power Query.</a:t>
            </a:r>
          </a:p>
          <a:p>
            <a:pPr marL="0" indent="0">
              <a:buNone/>
            </a:pPr>
            <a:r>
              <a:rPr lang="en-US" dirty="0"/>
              <a:t>• Cleaned and organized the dataset before starting the analysis.</a:t>
            </a:r>
          </a:p>
          <a:p>
            <a:pPr marL="0" indent="0">
              <a:buNone/>
            </a:pPr>
            <a:r>
              <a:rPr lang="en-US" dirty="0"/>
              <a:t>• Checked and corrected the data types of different columns.</a:t>
            </a:r>
          </a:p>
          <a:p>
            <a:pPr marL="0" indent="0">
              <a:buNone/>
            </a:pPr>
            <a:r>
              <a:rPr lang="en-US" dirty="0"/>
              <a:t>• Checked the data for missing or inconsistent values.</a:t>
            </a:r>
          </a:p>
          <a:p>
            <a:pPr marL="0" indent="0">
              <a:buNone/>
            </a:pPr>
            <a:r>
              <a:rPr lang="en-US" dirty="0"/>
              <a:t>• Standardized the required columns and table structure.</a:t>
            </a:r>
          </a:p>
          <a:p>
            <a:pPr marL="0" indent="0">
              <a:buNone/>
            </a:pPr>
            <a:r>
              <a:rPr lang="en-US" dirty="0"/>
              <a:t>• Verified important fields such as Match ID, Season, Teams, Runs and   Wickets.</a:t>
            </a:r>
          </a:p>
          <a:p>
            <a:pPr marL="0" indent="0">
              <a:buNone/>
            </a:pPr>
            <a:r>
              <a:rPr lang="en-US" dirty="0"/>
              <a:t>• Prepared the cleaned data for data modeling and dashboard creation.</a:t>
            </a:r>
          </a:p>
          <a:p>
            <a:r>
              <a:rPr lang="en-US" b="1" dirty="0"/>
              <a:t>Tool Used:</a:t>
            </a:r>
            <a:r>
              <a:rPr lang="en-US" dirty="0"/>
              <a:t> Power Query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CE3E9F-70D5-4934-9427-0623E5887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759" y="2035999"/>
            <a:ext cx="2673487" cy="211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15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6F35F10-D81D-43F6-93E8-7F98BD285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67423" y="67644"/>
            <a:ext cx="6457152" cy="192052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r>
              <a:rPr lang="en-US" altLang="en-US" b="1" dirty="0"/>
              <a:t>Data Modeling &amp; DAX</a:t>
            </a:r>
          </a:p>
          <a:p>
            <a:pPr lvl="0"/>
            <a:br>
              <a:rPr lang="en-US" altLang="en-US" dirty="0"/>
            </a:br>
            <a:endParaRPr lang="en-US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B0875-59F9-43A2-95B4-2A2DFABA5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765" y="1049154"/>
            <a:ext cx="10834036" cy="5127809"/>
          </a:xfrm>
        </p:spPr>
        <p:txBody>
          <a:bodyPr>
            <a:normAutofit/>
          </a:bodyPr>
          <a:lstStyle/>
          <a:p>
            <a:r>
              <a:rPr lang="en-US" dirty="0"/>
              <a:t>Created separate Season and Team dimension tables for better analysis.</a:t>
            </a:r>
          </a:p>
          <a:p>
            <a:r>
              <a:rPr lang="en-US" dirty="0"/>
              <a:t>Connected the tables using appropriate relationships.</a:t>
            </a:r>
          </a:p>
          <a:p>
            <a:r>
              <a:rPr lang="en-US" dirty="0"/>
              <a:t> Linked match and toss data using Match ID.</a:t>
            </a:r>
          </a:p>
          <a:p>
            <a:r>
              <a:rPr lang="en-US" dirty="0"/>
              <a:t> Created DAX measures to calculate important performance metrics.</a:t>
            </a:r>
          </a:p>
          <a:p>
            <a:r>
              <a:rPr lang="en-US" b="1" dirty="0"/>
              <a:t>Main Measures</a:t>
            </a:r>
          </a:p>
          <a:p>
            <a:pPr marL="0" indent="0">
              <a:buNone/>
            </a:pPr>
            <a:r>
              <a:rPr lang="en-US" dirty="0"/>
              <a:t>• Total Matches</a:t>
            </a:r>
            <a:br>
              <a:rPr lang="en-US" dirty="0"/>
            </a:br>
            <a:r>
              <a:rPr lang="en-US" dirty="0"/>
              <a:t>• Total Runs</a:t>
            </a:r>
            <a:br>
              <a:rPr lang="en-US" dirty="0"/>
            </a:br>
            <a:r>
              <a:rPr lang="en-US" dirty="0"/>
              <a:t>• Total Wickets</a:t>
            </a:r>
            <a:br>
              <a:rPr lang="en-US" dirty="0"/>
            </a:br>
            <a:r>
              <a:rPr lang="en-US" dirty="0"/>
              <a:t>• Strike Rate</a:t>
            </a:r>
            <a:br>
              <a:rPr lang="en-US" dirty="0"/>
            </a:br>
            <a:r>
              <a:rPr lang="en-US" dirty="0"/>
              <a:t>• Economy Rate</a:t>
            </a:r>
            <a:br>
              <a:rPr lang="en-US" dirty="0"/>
            </a:br>
            <a:r>
              <a:rPr lang="en-US" dirty="0"/>
              <a:t>• Win Percentage</a:t>
            </a:r>
            <a:br>
              <a:rPr lang="en-US" dirty="0"/>
            </a:br>
            <a:r>
              <a:rPr lang="en-US" dirty="0"/>
              <a:t>• Toss Winner Match Win %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C4D6E-1384-4202-95E9-857A51773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434" y="3429000"/>
            <a:ext cx="6248721" cy="164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94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1416E9-F7ED-4A21-9536-7D156B1F4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85" y="91440"/>
            <a:ext cx="4764504" cy="1670082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IPL Overview &amp; Team Performance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77E124-1B8D-48AE-B795-4484E4214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1382" y="1761522"/>
            <a:ext cx="4764504" cy="5005038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Questions Covered</a:t>
            </a:r>
          </a:p>
          <a:p>
            <a:r>
              <a:rPr lang="en-US" sz="2400" b="1" dirty="0"/>
              <a:t>Q1.</a:t>
            </a:r>
            <a:r>
              <a:rPr lang="en-US" sz="2400" dirty="0"/>
              <a:t> Which IPL teams have the highest win percentage?</a:t>
            </a:r>
          </a:p>
          <a:p>
            <a:r>
              <a:rPr lang="en-US" sz="2400" b="1" dirty="0"/>
              <a:t>Q2.</a:t>
            </a:r>
            <a:r>
              <a:rPr lang="en-US" sz="2400" dirty="0"/>
              <a:t> How has IPL performance changed across seasons?</a:t>
            </a:r>
          </a:p>
          <a:p>
            <a:r>
              <a:rPr lang="en-US" sz="2400" b="1" dirty="0"/>
              <a:t>Dashboard Highlights</a:t>
            </a:r>
          </a:p>
          <a:p>
            <a:r>
              <a:rPr lang="en-US" sz="2400" dirty="0"/>
              <a:t>• Overall IPL match and team performance overview</a:t>
            </a:r>
            <a:br>
              <a:rPr lang="en-US" sz="2400" dirty="0"/>
            </a:br>
            <a:r>
              <a:rPr lang="en-US" sz="2400" dirty="0"/>
              <a:t>• Team-wise win percentage comparison</a:t>
            </a:r>
            <a:br>
              <a:rPr lang="en-US" sz="2400" dirty="0"/>
            </a:br>
            <a:r>
              <a:rPr lang="en-US" sz="2400" dirty="0"/>
              <a:t>• Season-wise win percentage trends</a:t>
            </a:r>
            <a:br>
              <a:rPr lang="en-US" sz="2400" dirty="0"/>
            </a:br>
            <a:r>
              <a:rPr lang="en-US" sz="2400" dirty="0"/>
              <a:t>• Wins vs losses comparison by team</a:t>
            </a:r>
            <a:br>
              <a:rPr lang="en-US" sz="2400" dirty="0"/>
            </a:br>
            <a:r>
              <a:rPr lang="en-US" sz="2400" dirty="0"/>
              <a:t>• Interactive Season and Team filters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E1578C-0234-4F9A-9A17-84CD855D8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255" y="1675512"/>
            <a:ext cx="6039160" cy="335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77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25DE6DA-670B-49C2-B523-97C99CDB6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47" y="1549667"/>
            <a:ext cx="3590224" cy="32725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IPL Batting &amp; Bowling Performance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B7E99C-64F5-4566-9A85-7BF75A8A7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0257" y="2057400"/>
            <a:ext cx="4803005" cy="4680284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Questions Covered</a:t>
            </a:r>
          </a:p>
          <a:p>
            <a:r>
              <a:rPr lang="en-US" sz="2400" b="1" dirty="0"/>
              <a:t>Q3.</a:t>
            </a:r>
            <a:r>
              <a:rPr lang="en-US" sz="2400" dirty="0"/>
              <a:t> Who are the top batsmen based on total runs and strike rate?</a:t>
            </a:r>
          </a:p>
          <a:p>
            <a:r>
              <a:rPr lang="en-US" sz="2400" b="1" dirty="0"/>
              <a:t>Q4.</a:t>
            </a:r>
            <a:r>
              <a:rPr lang="en-US" sz="2400" dirty="0"/>
              <a:t> Who are the top bowlers based on wickets and economy rate?</a:t>
            </a:r>
          </a:p>
          <a:p>
            <a:r>
              <a:rPr lang="en-US" sz="2400" b="1" dirty="0"/>
              <a:t>Dashboard Highlights</a:t>
            </a:r>
          </a:p>
          <a:p>
            <a:r>
              <a:rPr lang="en-US" sz="2400" dirty="0"/>
              <a:t>• Top 10 batsmen by total runs</a:t>
            </a:r>
            <a:br>
              <a:rPr lang="en-US" sz="2400" dirty="0"/>
            </a:br>
            <a:r>
              <a:rPr lang="en-US" sz="2400" dirty="0"/>
              <a:t>• Top 10 batsmen by strike rate</a:t>
            </a:r>
            <a:br>
              <a:rPr lang="en-US" sz="2400" dirty="0"/>
            </a:br>
            <a:r>
              <a:rPr lang="en-US" sz="2400" dirty="0"/>
              <a:t>• Top 10 bowlers by total wickets</a:t>
            </a:r>
            <a:br>
              <a:rPr lang="en-US" sz="2400" dirty="0"/>
            </a:br>
            <a:r>
              <a:rPr lang="en-US" sz="2400" dirty="0"/>
              <a:t>• Top 10 bowlers by economy rate</a:t>
            </a:r>
            <a:br>
              <a:rPr lang="en-US" sz="2400" dirty="0"/>
            </a:br>
            <a:r>
              <a:rPr lang="en-US" sz="2400" dirty="0"/>
              <a:t>• Interactive Season and Team filters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8ADD84-3654-40C5-832E-7B48FE12B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784" y="1549667"/>
            <a:ext cx="6064562" cy="34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06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72E085-50F6-46F9-B596-BE7F1D50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907" y="1854192"/>
            <a:ext cx="3985984" cy="11898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IPL Toss &amp; Match Analysis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37ACD4-2202-43BF-A435-7657AE211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057399"/>
            <a:ext cx="4772025" cy="4535905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Question Covered</a:t>
            </a:r>
          </a:p>
          <a:p>
            <a:r>
              <a:rPr lang="en-US" sz="2400" b="1" dirty="0"/>
              <a:t>Q5.</a:t>
            </a:r>
            <a:r>
              <a:rPr lang="en-US" sz="2400" dirty="0"/>
              <a:t> Does winning the toss influence the match outcome?</a:t>
            </a:r>
          </a:p>
          <a:p>
            <a:r>
              <a:rPr lang="en-US" sz="2400" b="1" dirty="0"/>
              <a:t>Dashboard Highlights</a:t>
            </a:r>
          </a:p>
          <a:p>
            <a:r>
              <a:rPr lang="en-US" sz="2400" dirty="0"/>
              <a:t>• Toss winner vs match winner analysis</a:t>
            </a:r>
            <a:br>
              <a:rPr lang="en-US" sz="2400" dirty="0"/>
            </a:br>
            <a:r>
              <a:rPr lang="en-US" sz="2400" dirty="0"/>
              <a:t>• Toss decision comparison — Bat vs Field</a:t>
            </a:r>
            <a:br>
              <a:rPr lang="en-US" sz="2400" dirty="0"/>
            </a:br>
            <a:r>
              <a:rPr lang="en-US" sz="2400" dirty="0"/>
              <a:t>• Toss Winner Match Win %</a:t>
            </a:r>
            <a:br>
              <a:rPr lang="en-US" sz="2400" dirty="0"/>
            </a:br>
            <a:r>
              <a:rPr lang="en-US" sz="2400" dirty="0"/>
              <a:t>• Key Influencers analysis</a:t>
            </a:r>
            <a:br>
              <a:rPr lang="en-US" sz="2400" dirty="0"/>
            </a:br>
            <a:r>
              <a:rPr lang="en-US" sz="2400" dirty="0"/>
              <a:t>• Interactive Season filter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253CFC-DF7B-44AF-8B17-2804F70F4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778" y="1733463"/>
            <a:ext cx="5131064" cy="33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33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289B-C105-47DD-9A50-25714AFA3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Key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30B7B-7E46-40F5-8649-29FE3B6E6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3400" b="1" dirty="0"/>
              <a:t>Key Insights</a:t>
            </a:r>
          </a:p>
          <a:p>
            <a:r>
              <a:rPr lang="en-US" sz="3400" dirty="0"/>
              <a:t>• Team performance differs across IPL seasons.</a:t>
            </a:r>
          </a:p>
          <a:p>
            <a:r>
              <a:rPr lang="en-US" sz="3400" dirty="0"/>
              <a:t>• Win percentage helps compare overall team performance.</a:t>
            </a:r>
          </a:p>
          <a:p>
            <a:r>
              <a:rPr lang="en-US" sz="3400" dirty="0"/>
              <a:t>• Total runs and strike rate highlight different aspects of batting performance.</a:t>
            </a:r>
          </a:p>
          <a:p>
            <a:r>
              <a:rPr lang="en-US" sz="3400" dirty="0"/>
              <a:t>• Wickets and economy rate help evaluate bowling performance.</a:t>
            </a:r>
          </a:p>
          <a:p>
            <a:r>
              <a:rPr lang="en-US" sz="3400" dirty="0"/>
              <a:t>• Toss results can be compared with match outcomes to understand the impact of winning the toss.</a:t>
            </a:r>
          </a:p>
          <a:p>
            <a:r>
              <a:rPr lang="en-US" sz="3400" b="1" dirty="0"/>
              <a:t>Recommendations</a:t>
            </a:r>
          </a:p>
          <a:p>
            <a:r>
              <a:rPr lang="en-US" sz="3400" dirty="0"/>
              <a:t>• Teams should study their performance across seasons to identify areas for improvement.</a:t>
            </a:r>
          </a:p>
          <a:p>
            <a:r>
              <a:rPr lang="en-US" sz="3400" dirty="0"/>
              <a:t>• Batting decisions should consider both run scoring and strike rate.</a:t>
            </a:r>
          </a:p>
          <a:p>
            <a:r>
              <a:rPr lang="en-US" sz="3400" dirty="0"/>
              <a:t>• Bowling performance should focus on both wickets and economy.</a:t>
            </a:r>
          </a:p>
          <a:p>
            <a:r>
              <a:rPr lang="en-US" sz="3400" dirty="0"/>
              <a:t>• Toss decisions should be supported by historical match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562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D76BA-7F19-427A-9400-231EE6E8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48A89-1C95-4911-BB66-9EC79E22E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analyzed IPL performance using Power BI and converted the available match, team, batting, bowling and toss data into interactive dashboards.</a:t>
            </a:r>
          </a:p>
          <a:p>
            <a:r>
              <a:rPr lang="en-US" dirty="0"/>
              <a:t>Power Query was used for data preparation, while data modeling and DAX were used to create the required performance measures.</a:t>
            </a:r>
          </a:p>
          <a:p>
            <a:r>
              <a:rPr lang="en-US" dirty="0"/>
              <a:t>The three dashboards provide a clear view of team performance, player performance and toss-related match outcomes.</a:t>
            </a:r>
          </a:p>
          <a:p>
            <a:r>
              <a:rPr lang="en-US" dirty="0"/>
              <a:t>Overall, the project demonstrates how Power BI can be used to explore sports data and present useful insights through interactive visualizations.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883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56DF8AC-89B2-4202-8281-2A4975D5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7579"/>
            <a:ext cx="9980596" cy="4206240"/>
          </a:xfrm>
        </p:spPr>
        <p:txBody>
          <a:bodyPr/>
          <a:lstStyle/>
          <a:p>
            <a:pPr algn="ctr"/>
            <a:r>
              <a:rPr lang="en-US" b="1" dirty="0"/>
              <a:t>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80175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</TotalTime>
  <Words>882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 SPORTS PERFORMANCE ANALYTICS</vt:lpstr>
      <vt:lpstr>Problem Statement</vt:lpstr>
      <vt:lpstr>Objectives</vt:lpstr>
      <vt:lpstr>Dataset Overview </vt:lpstr>
      <vt:lpstr>Data Cleaning &amp; Pre-processing</vt:lpstr>
      <vt:lpstr>Data Modeling &amp; DAX  </vt:lpstr>
      <vt:lpstr>IPL Overview &amp; Team Performance</vt:lpstr>
      <vt:lpstr>IPL Batting &amp; Bowling Performance</vt:lpstr>
      <vt:lpstr>IPL Toss &amp; Match Analysis</vt:lpstr>
      <vt:lpstr>Key Insights &amp; Recommendations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PERFORMANCE ANALYTICS</dc:title>
  <dc:creator>adityamnambiar2005@gmail.com</dc:creator>
  <cp:lastModifiedBy>adityamnambiar2005@gmail.com</cp:lastModifiedBy>
  <cp:revision>7</cp:revision>
  <dcterms:created xsi:type="dcterms:W3CDTF">2026-09-08T15:56:56Z</dcterms:created>
  <dcterms:modified xsi:type="dcterms:W3CDTF">2026-09-08T16:53:05Z</dcterms:modified>
</cp:coreProperties>
</file>